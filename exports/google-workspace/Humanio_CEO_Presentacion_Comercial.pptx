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5143500" type="screen16x9"/>
  <p:notesSz cx="6858000" cy="9144000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C536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Humanio CEO Framework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Contexto, Ecosistema y Orquestacion para agentes de IA confiables.</a:t>
            </a:r>
            <a:endParaRPr lang="es-MX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D4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El problema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Muchas iniciativas empiezan por la herramienta.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Falta contexto, integracion, escalamiento y medicion.</a:t>
            </a:r>
            <a:endParaRPr lang="es-MX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C536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La tesis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Un agente serio no solo responde.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Opera dentro de un sistema de trabajo real.</a:t>
            </a:r>
            <a:endParaRPr lang="es-MX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D4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Modelo CEO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Contexto: que debe entender.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Ecosistema: donde vive y con que se conecta.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Orquestacion: como se coordina y mide.</a:t>
            </a:r>
            <a:endParaRPr lang="es-MX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C536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Contexto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Objetivo de negocio.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Usuario final.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Conocimiento, reglas, limites y criterios de exito.</a:t>
            </a:r>
            <a:endParaRPr lang="es-MX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D4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Ecosistema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Canales, CRM, calendario, datos y personas.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Riesgos, permisos e integraciones.</a:t>
            </a:r>
            <a:endParaRPr lang="es-MX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C536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Orquestacion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Estados del proceso.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Handoffs.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Logs, metricas y modo degradado.</a:t>
            </a:r>
            <a:endParaRPr lang="es-MX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D4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Proceso de trabajo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Diagnostico.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Diseno CEO.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Blueprint.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Prototipo.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QA.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Produccion.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Mejora continua.</a:t>
            </a:r>
            <a:endParaRPr lang="es-MX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C536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Entregables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Diagnostico, blueprint y mapa de ecosistema.</a:t>
            </a:r>
            <a:endParaRPr lang="es-MX" sz="2400"/>
          </a:p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Flujo de orquestacion, QA y gobierno.</a:t>
            </a:r>
            <a:endParaRPr lang="es-MX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D4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Resultado esperado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Un agente con objetivo, limites, integraciones, medicion y supervision.</a:t>
            </a:r>
            <a:endParaRPr lang="es-MX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C536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800" b="1">
                <a:solidFill>
                  <a:srgbClr val="1A2D4F"/>
                </a:solidFill>
              </a:rPr>
              <a:t>Primer paso</a:t>
            </a:r>
            <a:endParaRPr lang="es-MX" sz="3800"/>
          </a:p>
        </p:txBody>
      </p:sp>
      <p:sp>
        <p:nvSpPr>
          <p:cNvPr id="3" name="Body"/>
          <p:cNvSpPr txBox="1"/>
          <p:nvPr/>
        </p:nvSpPr>
        <p:spPr>
          <a:xfrm>
            <a:off x="914400" y="1600200"/>
            <a:ext cx="7315200" cy="3429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263238"/>
                </a:solidFill>
              </a:rPr>
              <a:t>Sesion de diagnostico CEO para elegir el primer caso viable.</a:t>
            </a:r>
            <a:endParaRPr lang="es-MX" sz="2400"/>
          </a:p>
        </p:txBody>
      </p:sp>
    </p:spTree>
  </p:cSld>
  <p:clrMapOvr>
    <a:masterClrMapping/>
  </p:clrMapOvr>
</p:sld>
</file>